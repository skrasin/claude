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0696" r="20696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49464" r="11464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2107762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ОПИСАНИЕ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2" name="Рисунок 181">
            <a:extLst>
              <a:ext uri="{FF2B5EF4-FFF2-40B4-BE49-F238E27FC236}">
                <a16:creationId xmlns:a16="http://schemas.microsoft.com/office/drawing/2014/main" id="{5F299B15-937C-433E-8076-8D4583308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016" y="2440785"/>
            <a:ext cx="6373427" cy="6426985"/>
          </a:xfrm>
          <a:prstGeom prst="rect">
            <a:avLst/>
          </a:prstGeom>
        </p:spPr>
      </p:pic>
      <p:pic>
        <p:nvPicPr>
          <p:cNvPr id="183" name="object 4">
            <a:extLst>
              <a:ext uri="{FF2B5EF4-FFF2-40B4-BE49-F238E27FC236}">
                <a16:creationId xmlns:a16="http://schemas.microsoft.com/office/drawing/2014/main" id="{791CAE22-F560-40A3-BD0C-BA26623FFAC2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345234" y="0"/>
            <a:ext cx="9758865" cy="113085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