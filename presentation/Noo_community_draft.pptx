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7" r:id="rId2"/>
    <p:sldId id="273" r:id="rId16"/>
    <p:sldId id="275" r:id="rId29"/>
    <p:sldId id="276" r:id="rId30"/>
    <p:sldId id="272" r:id="rId18"/>
    <p:sldId id="277" r:id="rId31"/>
    <p:sldId id="266" r:id="rId11"/>
  </p:sldIdLst>
  <p:sldSz cx="20104100" cy="11309350"/>
  <p:notesSz cx="20104100" cy="1130935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Wremena" panose="02000000000000000000" pitchFamily="2" charset="-52"/>
      <p:regular r:id="rId24"/>
    </p:embeddedFont>
  </p:embeddedFontLst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Титульный слайд без фото" id="{777E82EA-5E2E-4FBE-ABA1-5B7FEBE84D97}">
          <p14:sldIdLst>
            <p14:sldId id="257"/>
            <p14:sldId id="256"/>
          </p14:sldIdLst>
        </p14:section>
        <p14:section name="Титульный слайд с фото" id="{86A08355-2B77-45DB-800C-8F990EF4BCC2}">
          <p14:sldIdLst>
            <p14:sldId id="260"/>
            <p14:sldId id="274"/>
            <p14:sldId id="261"/>
            <p14:sldId id="262"/>
          </p14:sldIdLst>
        </p14:section>
        <p14:section name="Заголовок + текст" id="{D5C5C822-E943-4422-B1BA-4E723DA944C3}">
          <p14:sldIdLst>
            <p14:sldId id="263"/>
            <p14:sldId id="264"/>
            <p14:sldId id="265"/>
          </p14:sldIdLst>
        </p14:section>
        <p14:section name="Тезис" id="{EEC28DA6-1BCE-4AD6-AB79-76A98CB800BA}">
          <p14:sldIdLst>
            <p14:sldId id="266"/>
          </p14:sldIdLst>
        </p14:section>
        <p14:section name="Лидеры направлений" id="{A74D705C-5922-4A00-A099-BC574C14C899}">
          <p14:sldIdLst>
            <p14:sldId id="267"/>
          </p14:sldIdLst>
        </p14:section>
        <p14:section name="Информация о человеке" id="{F2E803B5-5E93-412A-BF15-C95ED6D65B0E}">
          <p14:sldIdLst>
            <p14:sldId id="270"/>
          </p14:sldIdLst>
        </p14:section>
        <p14:section name="Ближайшие мероприятия без фото" id="{BAE84EE8-D1AC-4B1B-9EC3-B5ED36DBC969}">
          <p14:sldIdLst>
            <p14:sldId id="268"/>
          </p14:sldIdLst>
        </p14:section>
        <p14:section name="Ближайшие мероприятия с фото" id="{6D1EEFCE-1194-472D-88E1-DA09E1C02232}">
          <p14:sldIdLst>
            <p14:sldId id="269"/>
          </p14:sldIdLst>
        </p14:section>
        <p14:section name="Перечисление целей/планов" id="{6AF4ACE2-B9B4-4CFE-84A5-53C64795FA5B}">
          <p14:sldIdLst>
            <p14:sldId id="273"/>
          </p14:sldIdLst>
        </p14:section>
        <p14:section name="Объемный тезис" id="{B0ED874C-DF3F-40F2-97E1-4B37B24C2C6B}">
          <p14:sldIdLst>
            <p14:sldId id="271"/>
          </p14:sldIdLst>
        </p14:section>
        <p14:section name="Финальный слайд" id="{5162C672-AD31-4F43-AC12-1270AF87FBB9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E6557"/>
    <a:srgbClr val="3B3333"/>
    <a:srgbClr val="AB79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364" y="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1" Type="http://schemas.openxmlformats.org/officeDocument/2006/relationships/slide" Target="slides/slide7.xml"/><Relationship Id="rId16" Type="http://schemas.openxmlformats.org/officeDocument/2006/relationships/slide" Target="slides/slide2.xml"/><Relationship Id="rId18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font" Target="fonts/font4.fntdata"/><Relationship Id="rId24" Type="http://schemas.openxmlformats.org/officeDocument/2006/relationships/font" Target="fonts/font5.fntdata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slide" Target="slides/slide3.xml"/><Relationship Id="rId30" Type="http://schemas.openxmlformats.org/officeDocument/2006/relationships/slide" Target="slides/slide4.xml"/><Relationship Id="rId31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C1CEDE-F86F-4394-921D-191A5ACA4763}" type="datetimeFigureOut">
              <a:rPr lang="ru-RU" smtClean="0"/>
              <a:t>24.09.2024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51F254-28F9-4F1B-BD25-9B26998F2F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0438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51F254-28F9-4F1B-BD25-9B26998F2FCC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3613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51F254-28F9-4F1B-BD25-9B26998F2FCC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59840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51F254-28F9-4F1B-BD25-9B26998F2FCC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72982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51F254-28F9-4F1B-BD25-9B26998F2FCC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786394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B79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Relationship Id="rId3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4.jpg"/><Relationship Id="rId5" Type="http://schemas.openxmlformats.org/officeDocument/2006/relationships/image" Target="../media/image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A6EDC46-19F2-42BA-BF71-5F28DB2EB8D4}"/>
              </a:ext>
            </a:extLst>
          </p:cNvPr>
          <p:cNvSpPr txBox="1"/>
          <p:nvPr/>
        </p:nvSpPr>
        <p:spPr>
          <a:xfrm>
            <a:off x="450850" y="414853"/>
            <a:ext cx="2362200" cy="436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90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Inter Light" panose="020B0502030000000004" pitchFamily="34" charset="0"/>
                <a:cs typeface="Arial" panose="020B0604020202020204" pitchFamily="34" charset="0"/>
              </a:rPr>
              <a:t>Noôcommunity</a:t>
            </a:r>
            <a:endParaRPr lang="ru-RU" sz="19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ea typeface="Inter Light" panose="020B05020300000000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38933B-BB76-4141-9AD6-A1A02C2B298B}"/>
              </a:ext>
            </a:extLst>
          </p:cNvPr>
          <p:cNvSpPr txBox="1"/>
          <p:nvPr/>
        </p:nvSpPr>
        <p:spPr>
          <a:xfrm>
            <a:off x="17824450" y="396875"/>
            <a:ext cx="1905000" cy="439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9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Inter Light" panose="020B0502030000000004" pitchFamily="34" charset="0"/>
                <a:cs typeface="Arial" panose="020B0604020202020204" pitchFamily="34" charset="0"/>
              </a:rPr>
              <a:t>Moscow 2026</a:t>
            </a:r>
            <a:endParaRPr lang="ru-RU" sz="19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ea typeface="Inter Light" panose="020B05020300000000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7E6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1.jpg"/>
          <p:cNvPicPr>
            <a:picLocks noChangeAspect="1"/>
          </p:cNvPicPr>
          <p:nvPr/>
        </p:nvPicPr>
        <p:blipFill>
          <a:blip r:embed="rId3"/>
          <a:srcRect l="20696" r="20696"/>
          <a:stretch>
            <a:fillRect/>
          </a:stretch>
        </p:blipFill>
        <p:spPr>
          <a:xfrm>
            <a:off x="0" y="0"/>
            <a:ext cx="6628214" cy="113093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7E6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1.jpg"/>
          <p:cNvPicPr>
            <a:picLocks noChangeAspect="1"/>
          </p:cNvPicPr>
          <p:nvPr/>
        </p:nvPicPr>
        <p:blipFill>
          <a:blip r:embed="rId2"/>
          <a:srcRect l="20696" r="20696"/>
          <a:stretch>
            <a:fillRect/>
          </a:stretch>
        </p:blipFill>
        <p:spPr>
          <a:xfrm>
            <a:off x="0" y="0"/>
            <a:ext cx="6628214" cy="11309350"/>
          </a:xfrm>
          <a:prstGeom prst="rect">
            <a:avLst/>
          </a:prstGeom>
        </p:spPr>
      </p:pic>
      <p:pic>
        <p:nvPicPr>
          <p:cNvPr id="3" name="Picture 2" descr="p2.jpg"/>
          <p:cNvPicPr>
            <a:picLocks noChangeAspect="1"/>
          </p:cNvPicPr>
          <p:nvPr/>
        </p:nvPicPr>
        <p:blipFill>
          <a:blip r:embed="rId3"/>
          <a:srcRect l="31279" r="25279"/>
          <a:stretch>
            <a:fillRect/>
          </a:stretch>
        </p:blipFill>
        <p:spPr>
          <a:xfrm>
            <a:off x="13475884" y="0"/>
            <a:ext cx="6628214" cy="113093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7E6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1.jpg"/>
          <p:cNvPicPr>
            <a:picLocks noChangeAspect="1"/>
          </p:cNvPicPr>
          <p:nvPr/>
        </p:nvPicPr>
        <p:blipFill>
          <a:blip r:embed="rId2"/>
          <a:srcRect l="20696" r="20696"/>
          <a:stretch>
            <a:fillRect/>
          </a:stretch>
        </p:blipFill>
        <p:spPr>
          <a:xfrm>
            <a:off x="0" y="0"/>
            <a:ext cx="6628214" cy="11309350"/>
          </a:xfrm>
          <a:prstGeom prst="rect">
            <a:avLst/>
          </a:prstGeom>
        </p:spPr>
      </p:pic>
      <p:pic>
        <p:nvPicPr>
          <p:cNvPr id="3" name="Picture 2" descr="p2.jpg"/>
          <p:cNvPicPr>
            <a:picLocks noChangeAspect="1"/>
          </p:cNvPicPr>
          <p:nvPr/>
        </p:nvPicPr>
        <p:blipFill>
          <a:blip r:embed="rId3"/>
          <a:srcRect l="31279" r="25279"/>
          <a:stretch>
            <a:fillRect/>
          </a:stretch>
        </p:blipFill>
        <p:spPr>
          <a:xfrm>
            <a:off x="13475884" y="0"/>
            <a:ext cx="6628214" cy="11309350"/>
          </a:xfrm>
          <a:prstGeom prst="rect">
            <a:avLst/>
          </a:prstGeom>
        </p:spPr>
      </p:pic>
      <p:pic>
        <p:nvPicPr>
          <p:cNvPr id="4" name="Picture 3" descr="p3.jpg"/>
          <p:cNvPicPr>
            <a:picLocks noChangeAspect="1"/>
          </p:cNvPicPr>
          <p:nvPr/>
        </p:nvPicPr>
        <p:blipFill>
          <a:blip r:embed="rId4"/>
          <a:srcRect l="49464" r="11464"/>
          <a:stretch>
            <a:fillRect/>
          </a:stretch>
        </p:blipFill>
        <p:spPr>
          <a:xfrm>
            <a:off x="6737942" y="0"/>
            <a:ext cx="6628214" cy="113093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7E6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Box 180">
            <a:extLst>
              <a:ext uri="{FF2B5EF4-FFF2-40B4-BE49-F238E27FC236}">
                <a16:creationId xmlns:a16="http://schemas.microsoft.com/office/drawing/2014/main" id="{67C5FBCA-ED1F-478C-B450-43F35BAE2F13}"/>
              </a:ext>
            </a:extLst>
          </p:cNvPr>
          <p:cNvSpPr txBox="1"/>
          <p:nvPr/>
        </p:nvSpPr>
        <p:spPr>
          <a:xfrm>
            <a:off x="1042408" y="320675"/>
            <a:ext cx="6709934" cy="4508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ru-RU" sz="2400" dirty="0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  <a:ea typeface="Inter Light" panose="020B0502030000000004" pitchFamily="34" charset="0"/>
                <a:cs typeface="Arial" panose="020B0604020202020204" pitchFamily="34" charset="0"/>
              </a:rPr>
              <a:t>ANTON BATAGOV — MADE IN 1993</a:t>
            </a:r>
            <a:endParaRPr lang="ru-RU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ea typeface="Inter Light" panose="020B0502030000000004" pitchFamily="34" charset="0"/>
              <a:cs typeface="Arial" panose="020B0604020202020204" pitchFamily="34" charset="0"/>
            </a:endParaRPr>
          </a:p>
        </p:txBody>
      </p:sp>
      <p:pic>
        <p:nvPicPr>
          <p:cNvPr id="182" name="Рисунок 181">
            <a:extLst>
              <a:ext uri="{FF2B5EF4-FFF2-40B4-BE49-F238E27FC236}">
                <a16:creationId xmlns:a16="http://schemas.microsoft.com/office/drawing/2014/main" id="{5F299B15-937C-433E-8076-8D4583308C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661" y="2440785"/>
            <a:ext cx="6373427" cy="6426985"/>
          </a:xfrm>
          <a:prstGeom prst="rect">
            <a:avLst/>
          </a:prstGeom>
        </p:spPr>
      </p:pic>
      <p:pic>
        <p:nvPicPr>
          <p:cNvPr id="183" name="Picture 182" descr="album.jp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794750" y="0"/>
            <a:ext cx="11309350" cy="113093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7E6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lm.jpg"/>
          <p:cNvPicPr>
            <a:picLocks noChangeAspect="1"/>
          </p:cNvPicPr>
          <p:nvPr/>
        </p:nvPicPr>
        <p:blipFill>
          <a:blip r:embed="rId2"/>
          <a:srcRect b="15663"/>
          <a:stretch>
            <a:fillRect/>
          </a:stretch>
        </p:blipFill>
        <p:spPr>
          <a:xfrm>
            <a:off x="0" y="0"/>
            <a:ext cx="20104100" cy="113093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463F9F2-3087-4F3A-96E7-627171A080FB}"/>
              </a:ext>
            </a:extLst>
          </p:cNvPr>
          <p:cNvSpPr txBox="1"/>
          <p:nvPr/>
        </p:nvSpPr>
        <p:spPr>
          <a:xfrm>
            <a:off x="4337050" y="4212132"/>
            <a:ext cx="11430000" cy="2885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ru-RU" sz="9000" dirty="0">
                <a:solidFill>
                  <a:schemeClr val="bg1"/>
                </a:solidFill>
                <a:latin typeface="Times New Roman" panose="02020603050405020304" pitchFamily="18" charset="0"/>
                <a:ea typeface="Wremena-light" panose="02000000000000000000" pitchFamily="2" charset="-52"/>
                <a:cs typeface="Times New Roman" panose="02020603050405020304" pitchFamily="18" charset="0"/>
              </a:rPr>
              <a:t>Спасибо!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</TotalTime>
  <Words>694</Words>
  <Application>Microsoft Office PowerPoint</Application>
  <PresentationFormat>Произвольный</PresentationFormat>
  <Paragraphs>166</Paragraphs>
  <Slides>17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Calibri</vt:lpstr>
      <vt:lpstr>Arial</vt:lpstr>
      <vt:lpstr>Wremena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Kristina Asiryan</dc:creator>
  <cp:lastModifiedBy>Kristina Asiryan</cp:lastModifiedBy>
  <cp:revision>27</cp:revision>
  <dcterms:created xsi:type="dcterms:W3CDTF">2024-09-12T11:21:19Z</dcterms:created>
  <dcterms:modified xsi:type="dcterms:W3CDTF">2024-09-24T13:11:28Z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2024-09-12T00:00:00Z</vt:filetime>
  </property>
  <property fmtid="{D5CDD505-2E9C-101B-9397-08002B2CF9AE}" pid="3" name="Producer">
    <vt:lpwstr>iLovePDF</vt:lpwstr>
  </property>
</Properties>
</file>