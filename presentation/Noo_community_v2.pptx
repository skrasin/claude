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20104100" cy="113093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l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19556" r="26486" t="9356" b="39441"/>
          <a:stretch>
            <a:fillRect/>
          </a:stretch>
        </p:blipFill>
        <p:spPr>
          <a:xfrm>
            <a:off x="13372252" y="822960"/>
            <a:ext cx="5908886" cy="8412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19556" r="26486" t="9356" b="39441"/>
          <a:stretch>
            <a:fillRect/>
          </a:stretch>
        </p:blipFill>
        <p:spPr>
          <a:xfrm>
            <a:off x="13372252" y="822960"/>
            <a:ext cx="5908886" cy="8412480"/>
          </a:xfrm>
          <a:prstGeom prst="rect">
            <a:avLst/>
          </a:prstGeom>
        </p:spPr>
      </p:pic>
      <p:pic>
        <p:nvPicPr>
          <p:cNvPr id="4" name="Picture 3" descr="p1.jpg"/>
          <p:cNvPicPr>
            <a:picLocks noChangeAspect="1"/>
          </p:cNvPicPr>
          <p:nvPr/>
        </p:nvPicPr>
        <p:blipFill>
          <a:blip r:embed="rId4"/>
          <a:srcRect l="23263" r="18460" b="17031"/>
          <a:stretch>
            <a:fillRect/>
          </a:stretch>
        </p:blipFill>
        <p:spPr>
          <a:xfrm>
            <a:off x="822960" y="822960"/>
            <a:ext cx="5908886" cy="8412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pic>
        <p:nvPicPr>
          <p:cNvPr id="3" name="Picture 2" descr="p1.jpg"/>
          <p:cNvPicPr>
            <a:picLocks noChangeAspect="1"/>
          </p:cNvPicPr>
          <p:nvPr/>
        </p:nvPicPr>
        <p:blipFill>
          <a:blip r:embed="rId3"/>
          <a:srcRect l="23263" r="18460" b="17031"/>
          <a:stretch>
            <a:fillRect/>
          </a:stretch>
        </p:blipFill>
        <p:spPr>
          <a:xfrm>
            <a:off x="822960" y="822960"/>
            <a:ext cx="5908886" cy="8412480"/>
          </a:xfrm>
          <a:prstGeom prst="rect">
            <a:avLst/>
          </a:prstGeom>
        </p:spPr>
      </p:pic>
      <p:pic>
        <p:nvPicPr>
          <p:cNvPr id="4" name="Picture 3" descr="p2.jpg"/>
          <p:cNvPicPr>
            <a:picLocks noChangeAspect="1"/>
          </p:cNvPicPr>
          <p:nvPr/>
        </p:nvPicPr>
        <p:blipFill>
          <a:blip r:embed="rId4"/>
          <a:srcRect l="19556" r="26486" t="9356" b="39441"/>
          <a:stretch>
            <a:fillRect/>
          </a:stretch>
        </p:blipFill>
        <p:spPr>
          <a:xfrm>
            <a:off x="13372252" y="822960"/>
            <a:ext cx="5908886" cy="8412480"/>
          </a:xfrm>
          <a:prstGeom prst="rect">
            <a:avLst/>
          </a:prstGeom>
        </p:spPr>
      </p:pic>
      <p:pic>
        <p:nvPicPr>
          <p:cNvPr id="5" name="Picture 4" descr="p3.jpg"/>
          <p:cNvPicPr>
            <a:picLocks noChangeAspect="1"/>
          </p:cNvPicPr>
          <p:nvPr/>
        </p:nvPicPr>
        <p:blipFill>
          <a:blip r:embed="rId5"/>
          <a:srcRect l="51468" r="10135" t="17600" b="400"/>
          <a:stretch>
            <a:fillRect/>
          </a:stretch>
        </p:blipFill>
        <p:spPr>
          <a:xfrm>
            <a:off x="7097606" y="822960"/>
            <a:ext cx="5908886" cy="8412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pic>
        <p:nvPicPr>
          <p:cNvPr id="3" name="Picture 2" descr="albu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810" y="822960"/>
            <a:ext cx="8412480" cy="8412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17810" y="822960"/>
            <a:ext cx="886333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>
                <a:solidFill>
                  <a:srgbClr val="CACACA"/>
                </a:solidFill>
                <a:latin typeface="Times New Roman"/>
              </a:rPr>
              <a:t>Anton Batagov — Made in 1993</a:t>
            </a:r>
          </a:p>
        </p:txBody>
      </p:sp>
      <p:pic>
        <p:nvPicPr>
          <p:cNvPr id="5" name="Picture 4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14835" y="2834640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pic>
        <p:nvPicPr>
          <p:cNvPr id="3" name="Picture 2" descr="fil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941" y="822960"/>
            <a:ext cx="12612218" cy="8412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4206240"/>
            <a:ext cx="1461770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0">
                <a:solidFill>
                  <a:srgbClr val="CACACA"/>
                </a:solidFill>
                <a:latin typeface="Times New Roman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