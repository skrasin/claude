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20104100" cy="11309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24023" r="30954" t="9356" b="39441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24023" r="30954" t="9356" b="39441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  <p:pic>
        <p:nvPicPr>
          <p:cNvPr id="4" name="Picture 3" descr="p1.jpg"/>
          <p:cNvPicPr>
            <a:picLocks noChangeAspect="1"/>
          </p:cNvPicPr>
          <p:nvPr/>
        </p:nvPicPr>
        <p:blipFill>
          <a:blip r:embed="rId4"/>
          <a:srcRect l="28088" r="23285" b="17031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2" descr="p1.jpg"/>
          <p:cNvPicPr>
            <a:picLocks noChangeAspect="1"/>
          </p:cNvPicPr>
          <p:nvPr/>
        </p:nvPicPr>
        <p:blipFill>
          <a:blip r:embed="rId3"/>
          <a:srcRect l="28088" r="23285" b="17031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  <p:pic>
        <p:nvPicPr>
          <p:cNvPr id="4" name="Picture 3" descr="p2.jpg"/>
          <p:cNvPicPr>
            <a:picLocks noChangeAspect="1"/>
          </p:cNvPicPr>
          <p:nvPr/>
        </p:nvPicPr>
        <p:blipFill>
          <a:blip r:embed="rId4"/>
          <a:srcRect l="24023" r="30954" t="9356" b="39441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  <p:pic>
        <p:nvPicPr>
          <p:cNvPr id="5" name="Picture 4" descr="p3.jpg"/>
          <p:cNvPicPr>
            <a:picLocks noChangeAspect="1"/>
          </p:cNvPicPr>
          <p:nvPr/>
        </p:nvPicPr>
        <p:blipFill>
          <a:blip r:embed="rId5"/>
          <a:srcRect l="54647" r="13314" t="17600" b="400"/>
          <a:stretch>
            <a:fillRect/>
          </a:stretch>
        </p:blipFill>
        <p:spPr>
          <a:xfrm>
            <a:off x="6737942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2" descr="album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1309350" cy="11309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09350" y="320675"/>
            <a:ext cx="879475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>
                <a:solidFill>
                  <a:srgbClr val="CACACA"/>
                </a:solidFill>
                <a:latin typeface="Times New Roman"/>
              </a:rPr>
              <a:t>Anton Batagov — Made in 1993</a:t>
            </a:r>
          </a:p>
        </p:txBody>
      </p:sp>
      <p:pic>
        <p:nvPicPr>
          <p:cNvPr id="5" name="Picture 4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0011" y="2440785"/>
            <a:ext cx="6373427" cy="6373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2" descr="film.jpg"/>
          <p:cNvPicPr>
            <a:picLocks noChangeAspect="1"/>
          </p:cNvPicPr>
          <p:nvPr/>
        </p:nvPicPr>
        <p:blipFill>
          <a:blip r:embed="rId3"/>
          <a:srcRect b="15663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4206240"/>
            <a:ext cx="146177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0">
                <a:solidFill>
                  <a:srgbClr val="CACACA"/>
                </a:solidFill>
                <a:latin typeface="Times New Roman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