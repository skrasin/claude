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9"/>
  </p:notesMasterIdLst>
  <p:sldIdLst>
    <p:sldId id="257" r:id="rId2"/>
    <p:sldId id="273" r:id="rId16"/>
    <p:sldId id="275" r:id="rId29"/>
    <p:sldId id="276" r:id="rId30"/>
    <p:sldId id="272" r:id="rId18"/>
    <p:sldId id="277" r:id="rId31"/>
    <p:sldId id="266" r:id="rId11"/>
  </p:sldIdLst>
  <p:sldSz cx="20104100" cy="11309350"/>
  <p:notesSz cx="20104100" cy="11309350"/>
  <p:embeddedFontLst>
    <p:embeddedFont>
      <p:font typeface="Calibri" panose="020F0502020204030204" pitchFamily="34" charset="0"/>
      <p:regular r:id="rId20"/>
      <p:bold r:id="rId21"/>
      <p:italic r:id="rId22"/>
      <p:boldItalic r:id="rId23"/>
    </p:embeddedFont>
    <p:embeddedFont>
      <p:font typeface="Wremena" panose="02000000000000000000" pitchFamily="2" charset="-52"/>
      <p:regular r:id="rId24"/>
    </p:embeddedFont>
  </p:embeddedFontLst>
  <p:defaultTextStyle>
    <a:defPPr>
      <a:defRPr kern="0"/>
    </a:defPPr>
  </p:defaultTextStyle>
  <p:extLst>
    <p:ext uri="{521415D9-36F7-43E2-AB2F-B90AF26B5E84}">
      <p14:sectionLst xmlns:p14="http://schemas.microsoft.com/office/powerpoint/2010/main">
        <p14:section name="Титульный слайд без фото" id="{777E82EA-5E2E-4FBE-ABA1-5B7FEBE84D97}">
          <p14:sldIdLst>
            <p14:sldId id="257"/>
            <p14:sldId id="256"/>
          </p14:sldIdLst>
        </p14:section>
        <p14:section name="Титульный слайд с фото" id="{86A08355-2B77-45DB-800C-8F990EF4BCC2}">
          <p14:sldIdLst>
            <p14:sldId id="260"/>
            <p14:sldId id="274"/>
            <p14:sldId id="261"/>
            <p14:sldId id="262"/>
          </p14:sldIdLst>
        </p14:section>
        <p14:section name="Заголовок + текст" id="{D5C5C822-E943-4422-B1BA-4E723DA944C3}">
          <p14:sldIdLst>
            <p14:sldId id="263"/>
            <p14:sldId id="264"/>
            <p14:sldId id="265"/>
          </p14:sldIdLst>
        </p14:section>
        <p14:section name="Тезис" id="{EEC28DA6-1BCE-4AD6-AB79-76A98CB800BA}">
          <p14:sldIdLst>
            <p14:sldId id="266"/>
          </p14:sldIdLst>
        </p14:section>
        <p14:section name="Лидеры направлений" id="{A74D705C-5922-4A00-A099-BC574C14C899}">
          <p14:sldIdLst>
            <p14:sldId id="267"/>
          </p14:sldIdLst>
        </p14:section>
        <p14:section name="Информация о человеке" id="{F2E803B5-5E93-412A-BF15-C95ED6D65B0E}">
          <p14:sldIdLst>
            <p14:sldId id="270"/>
          </p14:sldIdLst>
        </p14:section>
        <p14:section name="Ближайшие мероприятия без фото" id="{BAE84EE8-D1AC-4B1B-9EC3-B5ED36DBC969}">
          <p14:sldIdLst>
            <p14:sldId id="268"/>
          </p14:sldIdLst>
        </p14:section>
        <p14:section name="Ближайшие мероприятия с фото" id="{6D1EEFCE-1194-472D-88E1-DA09E1C02232}">
          <p14:sldIdLst>
            <p14:sldId id="269"/>
          </p14:sldIdLst>
        </p14:section>
        <p14:section name="Перечисление целей/планов" id="{6AF4ACE2-B9B4-4CFE-84A5-53C64795FA5B}">
          <p14:sldIdLst>
            <p14:sldId id="273"/>
          </p14:sldIdLst>
        </p14:section>
        <p14:section name="Объемный тезис" id="{B0ED874C-DF3F-40F2-97E1-4B37B24C2C6B}">
          <p14:sldIdLst>
            <p14:sldId id="271"/>
          </p14:sldIdLst>
        </p14:section>
        <p14:section name="Финальный слайд" id="{5162C672-AD31-4F43-AC12-1270AF87FBB9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E6557"/>
    <a:srgbClr val="3B3333"/>
    <a:srgbClr val="AB79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45" d="100"/>
          <a:sy n="45" d="100"/>
        </p:scale>
        <p:origin x="364" y="4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1" Type="http://schemas.openxmlformats.org/officeDocument/2006/relationships/slide" Target="slides/slide7.xml"/><Relationship Id="rId16" Type="http://schemas.openxmlformats.org/officeDocument/2006/relationships/slide" Target="slides/slide2.xml"/><Relationship Id="rId18" Type="http://schemas.openxmlformats.org/officeDocument/2006/relationships/slide" Target="slides/slide5.xml"/><Relationship Id="rId19" Type="http://schemas.openxmlformats.org/officeDocument/2006/relationships/notesMaster" Target="notesMasters/notesMaster1.xml"/><Relationship Id="rId20" Type="http://schemas.openxmlformats.org/officeDocument/2006/relationships/font" Target="fonts/font1.fntdata"/><Relationship Id="rId21" Type="http://schemas.openxmlformats.org/officeDocument/2006/relationships/font" Target="fonts/font2.fntdata"/><Relationship Id="rId22" Type="http://schemas.openxmlformats.org/officeDocument/2006/relationships/font" Target="fonts/font3.fntdata"/><Relationship Id="rId23" Type="http://schemas.openxmlformats.org/officeDocument/2006/relationships/font" Target="fonts/font4.fntdata"/><Relationship Id="rId24" Type="http://schemas.openxmlformats.org/officeDocument/2006/relationships/font" Target="fonts/font5.fntdata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C1CEDE-F86F-4394-921D-191A5ACA4763}" type="datetimeFigureOut">
              <a:rPr lang="ru-RU" smtClean="0"/>
              <a:t>24.09.2024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659563" y="1414463"/>
            <a:ext cx="6784975" cy="3816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2009775" y="5441950"/>
            <a:ext cx="16084550" cy="44545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11387138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51F254-28F9-4F1B-BD25-9B26998F2FC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0438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51F254-28F9-4F1B-BD25-9B26998F2FCC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3613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51F254-28F9-4F1B-BD25-9B26998F2FCC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59840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51F254-28F9-4F1B-BD25-9B26998F2FCC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72982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51F254-28F9-4F1B-BD25-9B26998F2FCC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786394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507807" y="3505898"/>
            <a:ext cx="17088486" cy="237496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015615" y="6333236"/>
            <a:ext cx="14072870" cy="28273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005205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353611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B79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005205" y="452374"/>
            <a:ext cx="18093690" cy="180949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005205" y="2601150"/>
            <a:ext cx="18093690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jpg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jpg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Relationship Id="rId4" Type="http://schemas.openxmlformats.org/officeDocument/2006/relationships/image" Target="../media/image4.jpg"/><Relationship Id="rId5" Type="http://schemas.openxmlformats.org/officeDocument/2006/relationships/image" Target="../media/image8.jpg"/><Relationship Id="rId6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A6EDC46-19F2-42BA-BF71-5F28DB2EB8D4}"/>
              </a:ext>
            </a:extLst>
          </p:cNvPr>
          <p:cNvSpPr txBox="1"/>
          <p:nvPr/>
        </p:nvSpPr>
        <p:spPr>
          <a:xfrm>
            <a:off x="450850" y="414853"/>
            <a:ext cx="2362200" cy="4363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190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ea typeface="Inter Light" panose="020B0502030000000004" pitchFamily="34" charset="0"/>
                <a:cs typeface="Arial" panose="020B0604020202020204" pitchFamily="34" charset="0"/>
              </a:rPr>
              <a:t>Noôcommunity</a:t>
            </a:r>
            <a:endParaRPr lang="ru-RU" sz="1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ea typeface="Inter Light" panose="020B05020300000000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38933B-BB76-4141-9AD6-A1A02C2B298B}"/>
              </a:ext>
            </a:extLst>
          </p:cNvPr>
          <p:cNvSpPr txBox="1"/>
          <p:nvPr/>
        </p:nvSpPr>
        <p:spPr>
          <a:xfrm>
            <a:off x="17824450" y="396875"/>
            <a:ext cx="1905000" cy="4392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19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ea typeface="Inter Light" panose="020B0502030000000004" pitchFamily="34" charset="0"/>
                <a:cs typeface="Arial" panose="020B0604020202020204" pitchFamily="34" charset="0"/>
              </a:rPr>
              <a:t>Moscow 2026</a:t>
            </a:r>
            <a:endParaRPr lang="ru-RU" sz="1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ea typeface="Inter Light" panose="020B05020300000000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310B8D-C2F1-4DB3-A3B5-5467578973FE}"/>
              </a:ext>
            </a:extLst>
          </p:cNvPr>
          <p:cNvSpPr txBox="1"/>
          <p:nvPr/>
        </p:nvSpPr>
        <p:spPr>
          <a:xfrm>
            <a:off x="2813050" y="7500000"/>
            <a:ext cx="144780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8000" dirty="0">
                <a:solidFill>
                  <a:schemeClr val="bg1"/>
                </a:solidFill>
                <a:latin typeface="Times New Roman" panose="02020603050405020304" pitchFamily="18" charset="0"/>
                <a:ea typeface="Wremena" panose="02000000000000000000" pitchFamily="2" charset="-52"/>
                <a:cs typeface="Times New Roman" panose="02020603050405020304" pitchFamily="18" charset="0"/>
              </a:rPr>
              <a:t>«Марк глазами Софии»</a:t>
            </a:r>
          </a:p>
          <a:p>
            <a:pPr algn="ctr"/>
            <a:r>
              <a:rPr lang="ru-RU" sz="4000" dirty="0">
                <a:solidFill>
                  <a:schemeClr val="bg1"/>
                </a:solidFill>
                <a:latin typeface="Times New Roman" panose="02020603050405020304" pitchFamily="18" charset="0"/>
                <a:ea typeface="Wremena" panose="02000000000000000000" pitchFamily="2" charset="-52"/>
                <a:cs typeface="Times New Roman" panose="02020603050405020304" pitchFamily="18" charset="0"/>
              </a:rPr>
              <a:t>Показ фильма и обсуждение</a:t>
            </a:r>
          </a:p>
          <a:p>
            <a:pPr algn="ctr">
              <a:spcBef>
                <a:spcPts val="1800"/>
              </a:spcBef>
            </a:pPr>
            <a:r>
              <a:rPr lang="ru-RU" sz="3200" dirty="0">
                <a:solidFill>
                  <a:schemeClr val="bg1"/>
                </a:solidFill>
                <a:latin typeface="Times New Roman" panose="02020603050405020304" pitchFamily="18" charset="0"/>
                <a:ea typeface="Wremena" panose="02000000000000000000" pitchFamily="2" charset="-52"/>
                <a:cs typeface="Times New Roman" panose="02020603050405020304" pitchFamily="18" charset="0"/>
              </a:rPr>
              <a:t>2 октября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7E6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1.jpg"/>
          <p:cNvPicPr>
            <a:picLocks noChangeAspect="1"/>
          </p:cNvPicPr>
          <p:nvPr/>
        </p:nvPicPr>
        <p:blipFill>
          <a:blip r:embed="rId3"/>
          <a:srcRect l="20696" r="20696"/>
          <a:stretch>
            <a:fillRect/>
          </a:stretch>
        </p:blipFill>
        <p:spPr>
          <a:xfrm>
            <a:off x="0" y="0"/>
            <a:ext cx="6628214" cy="113093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7E6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1.jpg"/>
          <p:cNvPicPr>
            <a:picLocks noChangeAspect="1"/>
          </p:cNvPicPr>
          <p:nvPr/>
        </p:nvPicPr>
        <p:blipFill>
          <a:blip r:embed="rId2"/>
          <a:srcRect l="20696" r="20696"/>
          <a:stretch>
            <a:fillRect/>
          </a:stretch>
        </p:blipFill>
        <p:spPr>
          <a:xfrm>
            <a:off x="0" y="0"/>
            <a:ext cx="6628214" cy="11309350"/>
          </a:xfrm>
          <a:prstGeom prst="rect">
            <a:avLst/>
          </a:prstGeom>
        </p:spPr>
      </p:pic>
      <p:pic>
        <p:nvPicPr>
          <p:cNvPr id="3" name="Picture 2" descr="p2.jpg"/>
          <p:cNvPicPr>
            <a:picLocks noChangeAspect="1"/>
          </p:cNvPicPr>
          <p:nvPr/>
        </p:nvPicPr>
        <p:blipFill>
          <a:blip r:embed="rId3"/>
          <a:srcRect l="31279" r="25279"/>
          <a:stretch>
            <a:fillRect/>
          </a:stretch>
        </p:blipFill>
        <p:spPr>
          <a:xfrm>
            <a:off x="13475884" y="0"/>
            <a:ext cx="6628214" cy="113093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7E6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1.jpg"/>
          <p:cNvPicPr>
            <a:picLocks noChangeAspect="1"/>
          </p:cNvPicPr>
          <p:nvPr/>
        </p:nvPicPr>
        <p:blipFill>
          <a:blip r:embed="rId2"/>
          <a:srcRect l="20696" r="20696"/>
          <a:stretch>
            <a:fillRect/>
          </a:stretch>
        </p:blipFill>
        <p:spPr>
          <a:xfrm>
            <a:off x="0" y="0"/>
            <a:ext cx="6628214" cy="11309350"/>
          </a:xfrm>
          <a:prstGeom prst="rect">
            <a:avLst/>
          </a:prstGeom>
        </p:spPr>
      </p:pic>
      <p:pic>
        <p:nvPicPr>
          <p:cNvPr id="3" name="Picture 2" descr="p2.jpg"/>
          <p:cNvPicPr>
            <a:picLocks noChangeAspect="1"/>
          </p:cNvPicPr>
          <p:nvPr/>
        </p:nvPicPr>
        <p:blipFill>
          <a:blip r:embed="rId3"/>
          <a:srcRect l="31279" r="25279"/>
          <a:stretch>
            <a:fillRect/>
          </a:stretch>
        </p:blipFill>
        <p:spPr>
          <a:xfrm>
            <a:off x="13475884" y="0"/>
            <a:ext cx="6628214" cy="11309350"/>
          </a:xfrm>
          <a:prstGeom prst="rect">
            <a:avLst/>
          </a:prstGeom>
        </p:spPr>
      </p:pic>
      <p:pic>
        <p:nvPicPr>
          <p:cNvPr id="4" name="Picture 3" descr="p3.jpg"/>
          <p:cNvPicPr>
            <a:picLocks noChangeAspect="1"/>
          </p:cNvPicPr>
          <p:nvPr/>
        </p:nvPicPr>
        <p:blipFill>
          <a:blip r:embed="rId4"/>
          <a:srcRect l="49464" r="11464"/>
          <a:stretch>
            <a:fillRect/>
          </a:stretch>
        </p:blipFill>
        <p:spPr>
          <a:xfrm>
            <a:off x="6737942" y="0"/>
            <a:ext cx="6628214" cy="113093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7E6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TextBox 180">
            <a:extLst>
              <a:ext uri="{FF2B5EF4-FFF2-40B4-BE49-F238E27FC236}">
                <a16:creationId xmlns:a16="http://schemas.microsoft.com/office/drawing/2014/main" id="{67C5FBCA-ED1F-478C-B450-43F35BAE2F13}"/>
              </a:ext>
            </a:extLst>
          </p:cNvPr>
          <p:cNvSpPr txBox="1"/>
          <p:nvPr/>
        </p:nvSpPr>
        <p:spPr>
          <a:xfrm>
            <a:off x="12351758" y="320675"/>
            <a:ext cx="6709934" cy="4508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3000"/>
              </a:lnSpc>
            </a:pPr>
            <a:r>
              <a:rPr lang="ru-RU" sz="240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  <a:ea typeface="Inter Light" panose="020B0502030000000004" pitchFamily="34" charset="0"/>
                <a:cs typeface="Arial" panose="020B0604020202020204" pitchFamily="34" charset="0"/>
              </a:rPr>
              <a:t>ANTON BATAGOV — MADE IN 1993</a:t>
            </a:r>
            <a:endParaRPr lang="ru-RU" sz="24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ea typeface="Inter Light" panose="020B0502030000000004" pitchFamily="34" charset="0"/>
              <a:cs typeface="Arial" panose="020B0604020202020204" pitchFamily="34" charset="0"/>
            </a:endParaRPr>
          </a:p>
        </p:txBody>
      </p:sp>
      <p:pic>
        <p:nvPicPr>
          <p:cNvPr id="183" name="Picture 182" descr="album.jp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11309350" cy="11309350"/>
          </a:xfrm>
          <a:prstGeom prst="rect">
            <a:avLst/>
          </a:prstGeom>
        </p:spPr>
      </p:pic>
      <p:pic>
        <p:nvPicPr>
          <p:cNvPr id="184" name="QR album" descr="q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20011" y="2440785"/>
            <a:ext cx="6373427" cy="63734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7E6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ilm.jpg"/>
          <p:cNvPicPr>
            <a:picLocks noChangeAspect="1"/>
          </p:cNvPicPr>
          <p:nvPr/>
        </p:nvPicPr>
        <p:blipFill>
          <a:blip r:embed="rId2"/>
          <a:srcRect b="15663"/>
          <a:stretch>
            <a:fillRect/>
          </a:stretch>
        </p:blipFill>
        <p:spPr>
          <a:xfrm>
            <a:off x="0" y="0"/>
            <a:ext cx="20104100" cy="113093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463F9F2-3087-4F3A-96E7-627171A080FB}"/>
              </a:ext>
            </a:extLst>
          </p:cNvPr>
          <p:cNvSpPr txBox="1"/>
          <p:nvPr/>
        </p:nvSpPr>
        <p:spPr>
          <a:xfrm>
            <a:off x="4337050" y="4212132"/>
            <a:ext cx="11430000" cy="2885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7000"/>
              </a:lnSpc>
            </a:pPr>
            <a:r>
              <a:rPr lang="ru-RU" sz="9000" dirty="0">
                <a:solidFill>
                  <a:schemeClr val="bg1"/>
                </a:solidFill>
                <a:latin typeface="Times New Roman" panose="02020603050405020304" pitchFamily="18" charset="0"/>
                <a:ea typeface="Wremena-light" panose="02000000000000000000" pitchFamily="2" charset="-52"/>
                <a:cs typeface="Times New Roman" panose="02020603050405020304" pitchFamily="18" charset="0"/>
              </a:rPr>
              <a:t>Спасибо!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</TotalTime>
  <Words>694</Words>
  <Application>Microsoft Office PowerPoint</Application>
  <PresentationFormat>Произвольный</PresentationFormat>
  <Paragraphs>166</Paragraphs>
  <Slides>17</Slides>
  <Notes>17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2" baseType="lpstr">
      <vt:lpstr>Calibri</vt:lpstr>
      <vt:lpstr>Arial</vt:lpstr>
      <vt:lpstr>Wremena</vt:lpstr>
      <vt:lpstr>Times New Roman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Kristina Asiryan</dc:creator>
  <cp:lastModifiedBy>Kristina Asiryan</cp:lastModifiedBy>
  <cp:revision>27</cp:revision>
  <dcterms:created xsi:type="dcterms:W3CDTF">2024-09-12T11:21:19Z</dcterms:created>
  <dcterms:modified xsi:type="dcterms:W3CDTF">2024-09-24T13:11:28Z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LastSaved">
    <vt:filetime>2024-09-12T00:00:00Z</vt:filetime>
  </property>
  <property fmtid="{D5CDD505-2E9C-101B-9397-08002B2CF9AE}" pid="3" name="Producer">
    <vt:lpwstr>iLovePDF</vt:lpwstr>
  </property>
</Properties>
</file>