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7" r:id="rId31"/>
    <p:sldId id="272" r:id="rId18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Relationship Id="rId5" Type="http://schemas.openxmlformats.org/officeDocument/2006/relationships/image" Target="../media/image8.jp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3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49464" r="11464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12351758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ANTON BATAGOV — MADE IN 1993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3" name="Picture 182" descr="album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11309350" cy="11309350"/>
          </a:xfrm>
          <a:prstGeom prst="rect">
            <a:avLst/>
          </a:prstGeom>
        </p:spPr>
      </p:pic>
      <p:pic>
        <p:nvPicPr>
          <p:cNvPr id="184" name="QR album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011" y="2440785"/>
            <a:ext cx="6373427" cy="6373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