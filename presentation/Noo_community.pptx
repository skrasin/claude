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310B8D-C2F1-4DB3-A3B5-5467578973FE}"/>
              </a:ext>
            </a:extLst>
          </p:cNvPr>
          <p:cNvSpPr txBox="1"/>
          <p:nvPr/>
        </p:nvSpPr>
        <p:spPr>
          <a:xfrm>
            <a:off x="2813050" y="7500000"/>
            <a:ext cx="14478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«Марк глазами Софии»</a:t>
            </a: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Показ фильма и обсуждение</a:t>
            </a:r>
          </a:p>
          <a:p>
            <a:pPr algn="ctr">
              <a:spcBef>
                <a:spcPts val="1800"/>
              </a:spcBef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2 октября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24023" r="30954" t="9356" b="39441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24023" r="30954" t="9356" b="39441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54647" r="13314" t="17600" b="400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235175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01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